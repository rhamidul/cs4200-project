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bb42004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bb42004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bb42004a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bb42004a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bb42004a6_0_1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bb42004a6_0_1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bb42004a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bb42004a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bb42004a6_0_1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bb42004a6_0_1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bb42004a6_0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bb42004a6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850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nstruction Mix Analyzer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-1201975" y="2337596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Ranis Hamidullin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559400" y="3637175"/>
            <a:ext cx="6025200" cy="13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A tool for analyzing RISC-V instruction distributions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This Useful?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To understand what types of instructions programs actually use.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2.   Hardware designers use this to optimize CPU resources.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3.   Compiler writers use this to improve code generation.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Read each hex value from the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Extract 7-bit opcode field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Map opcode to category (ALU, Memory, Branch, </a:t>
            </a:r>
            <a:r>
              <a:rPr lang="en"/>
              <a:t>Control</a:t>
            </a:r>
            <a:r>
              <a:rPr lang="en"/>
              <a:t> Flow, and Other)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Count and calculate percentages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5. Print and write the results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Logic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25" y="1296975"/>
            <a:ext cx="7443749" cy="349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Instruction File (20)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 rotWithShape="1">
          <a:blip r:embed="rId3">
            <a:alphaModFix/>
          </a:blip>
          <a:srcRect b="0" l="5999" r="5262" t="0"/>
          <a:stretch/>
        </p:blipFill>
        <p:spPr>
          <a:xfrm>
            <a:off x="911141" y="986425"/>
            <a:ext cx="967150" cy="39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5316" y="1444075"/>
            <a:ext cx="4925200" cy="30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Instruction File (100)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148" y="1198375"/>
            <a:ext cx="752475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9848" y="3343950"/>
            <a:ext cx="78105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1276921" y="2555884"/>
            <a:ext cx="6489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•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•</a:t>
            </a:r>
            <a:endParaRPr sz="15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</a:rPr>
              <a:t>•</a:t>
            </a:r>
            <a:endParaRPr sz="1500">
              <a:solidFill>
                <a:schemeClr val="lt2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2950" y="1588800"/>
            <a:ext cx="4529025" cy="29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(Most to Least Common)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ALU operations (usually 45-50% of instructions)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2.   Memory operations (usually 25-30%)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3.   Branches (usually 10-15%)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4.   Jumps/calls (usually 5%)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